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8"/>
    <p:sldId id="257" r:id="rId9"/>
    <p:sldId id="258" r:id="rId10"/>
    <p:sldId id="259" r:id="rId12"/>
    <p:sldId id="260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AI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Presentation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AI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AI?</a:t>
            </a:r>
          </a:p>
          <a:p>
            <a:r>
              <a:t>2.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AI?</a:t>
            </a:r>
          </a:p>
          <a:p>
            <a:r>
              <a:t>2.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</a:t>
            </a:r>
          </a:p>
          <a:p>
            <a:r>
              <a:t>Point 2</a:t>
            </a:r>
          </a:p>
          <a:p>
            <a:r>
              <a:t>Point 3</a:t>
            </a:r>
          </a:p>
          <a:p>
            <a:r>
              <a:t>Point 4</a:t>
            </a:r>
          </a:p>
          <a:p>
            <a:r>
              <a:t>Point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</a:t>
            </a:r>
          </a:p>
          <a:p>
            <a:r>
              <a:t>B</a:t>
            </a:r>
          </a:p>
          <a:p>
            <a:r>
              <a:t>C</a:t>
            </a:r>
          </a:p>
          <a:p>
            <a:r>
              <a:t>D</a:t>
            </a:r>
          </a:p>
          <a:p>
            <a:r>
              <a:t>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My AI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DAHCE2H3-Do</dc:identifier>
  <dcterms:modified xsi:type="dcterms:W3CDTF">2011-08-01T06:04:30Z</dcterms:modified>
  <cp:revision>1</cp:revision>
  <dc:title>IamNeo PPT Template</dc:title>
</cp:coreProperties>
</file>