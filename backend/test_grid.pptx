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738" y="345470"/>
            <a:ext cx="4467797" cy="1324108"/>
          </a:xfrm>
          <a:custGeom>
            <a:avLst/>
            <a:gdLst/>
            <a:ahLst/>
            <a:cxnLst/>
            <a:rect r="r" b="b" t="t" l="l"/>
            <a:pathLst>
              <a:path h="1324108" w="4467797">
                <a:moveTo>
                  <a:pt x="0" y="0"/>
                </a:moveTo>
                <a:lnTo>
                  <a:pt x="4467797" y="0"/>
                </a:lnTo>
                <a:lnTo>
                  <a:pt x="4467797" y="1324108"/>
                </a:lnTo>
                <a:lnTo>
                  <a:pt x="0" y="132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3390742" cy="4880941"/>
          </a:xfrm>
          <a:custGeom>
            <a:avLst/>
            <a:gdLst/>
            <a:ahLst/>
            <a:cxnLst/>
            <a:rect r="r" b="b" t="t" l="l"/>
            <a:pathLst>
              <a:path h="4880941" w="3390742">
                <a:moveTo>
                  <a:pt x="0" y="0"/>
                </a:moveTo>
                <a:lnTo>
                  <a:pt x="3390742" y="0"/>
                </a:lnTo>
                <a:lnTo>
                  <a:pt x="3390742" y="4880941"/>
                </a:lnTo>
                <a:lnTo>
                  <a:pt x="0" y="4880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6023" y="9234991"/>
            <a:ext cx="2983394" cy="705492"/>
          </a:xfrm>
          <a:custGeom>
            <a:avLst/>
            <a:gdLst/>
            <a:ahLst/>
            <a:cxnLst/>
            <a:rect r="r" b="b" t="t" l="l"/>
            <a:pathLst>
              <a:path h="705492" w="2983394">
                <a:moveTo>
                  <a:pt x="0" y="0"/>
                </a:moveTo>
                <a:lnTo>
                  <a:pt x="2983394" y="0"/>
                </a:lnTo>
                <a:lnTo>
                  <a:pt x="2983394" y="705492"/>
                </a:lnTo>
                <a:lnTo>
                  <a:pt x="0" y="70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738" y="9258300"/>
            <a:ext cx="682183" cy="682183"/>
          </a:xfrm>
          <a:custGeom>
            <a:avLst/>
            <a:gdLst/>
            <a:ahLst/>
            <a:cxnLst/>
            <a:rect r="r" b="b" t="t" l="l"/>
            <a:pathLst>
              <a:path h="682183" w="682183">
                <a:moveTo>
                  <a:pt x="0" y="0"/>
                </a:moveTo>
                <a:lnTo>
                  <a:pt x="682183" y="0"/>
                </a:lnTo>
                <a:lnTo>
                  <a:pt x="682183" y="682183"/>
                </a:lnTo>
                <a:lnTo>
                  <a:pt x="0" y="682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02" y="9361794"/>
            <a:ext cx="2662184" cy="788795"/>
          </a:xfrm>
          <a:custGeom>
            <a:avLst/>
            <a:gdLst/>
            <a:ahLst/>
            <a:cxnLst/>
            <a:rect r="r" b="b" t="t" l="l"/>
            <a:pathLst>
              <a:path h="788795" w="2662184">
                <a:moveTo>
                  <a:pt x="0" y="0"/>
                </a:moveTo>
                <a:lnTo>
                  <a:pt x="2662184" y="0"/>
                </a:lnTo>
                <a:lnTo>
                  <a:pt x="2662184" y="788796"/>
                </a:lnTo>
                <a:lnTo>
                  <a:pt x="0" y="7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9551357"/>
            <a:ext cx="11301259" cy="409671"/>
          </a:xfrm>
          <a:custGeom>
            <a:avLst/>
            <a:gdLst/>
            <a:ahLst/>
            <a:cxnLst/>
            <a:rect r="r" b="b" t="t" l="l"/>
            <a:pathLst>
              <a:path h="409671" w="11301259">
                <a:moveTo>
                  <a:pt x="0" y="0"/>
                </a:moveTo>
                <a:lnTo>
                  <a:pt x="11301258" y="0"/>
                </a:lnTo>
                <a:lnTo>
                  <a:pt x="11301258" y="409670"/>
                </a:lnTo>
                <a:lnTo>
                  <a:pt x="0" y="4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7029" y="9258300"/>
            <a:ext cx="3312145" cy="788960"/>
          </a:xfrm>
          <a:custGeom>
            <a:avLst/>
            <a:gdLst/>
            <a:ahLst/>
            <a:cxnLst/>
            <a:rect r="r" b="b" t="t" l="l"/>
            <a:pathLst>
              <a:path h="788960" w="3312145">
                <a:moveTo>
                  <a:pt x="0" y="0"/>
                </a:moveTo>
                <a:lnTo>
                  <a:pt x="3312146" y="0"/>
                </a:lnTo>
                <a:lnTo>
                  <a:pt x="3312146" y="788960"/>
                </a:lnTo>
                <a:lnTo>
                  <a:pt x="0" y="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02" y="9361794"/>
            <a:ext cx="2662184" cy="788795"/>
          </a:xfrm>
          <a:custGeom>
            <a:avLst/>
            <a:gdLst/>
            <a:ahLst/>
            <a:cxnLst/>
            <a:rect r="r" b="b" t="t" l="l"/>
            <a:pathLst>
              <a:path h="788795" w="2662184">
                <a:moveTo>
                  <a:pt x="0" y="0"/>
                </a:moveTo>
                <a:lnTo>
                  <a:pt x="2662184" y="0"/>
                </a:lnTo>
                <a:lnTo>
                  <a:pt x="2662184" y="788796"/>
                </a:lnTo>
                <a:lnTo>
                  <a:pt x="0" y="7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9551357"/>
            <a:ext cx="11301259" cy="409671"/>
          </a:xfrm>
          <a:custGeom>
            <a:avLst/>
            <a:gdLst/>
            <a:ahLst/>
            <a:cxnLst/>
            <a:rect r="r" b="b" t="t" l="l"/>
            <a:pathLst>
              <a:path h="409671" w="11301259">
                <a:moveTo>
                  <a:pt x="0" y="0"/>
                </a:moveTo>
                <a:lnTo>
                  <a:pt x="11301258" y="0"/>
                </a:lnTo>
                <a:lnTo>
                  <a:pt x="11301258" y="409670"/>
                </a:lnTo>
                <a:lnTo>
                  <a:pt x="0" y="4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7029" y="9258300"/>
            <a:ext cx="3312145" cy="788960"/>
          </a:xfrm>
          <a:custGeom>
            <a:avLst/>
            <a:gdLst/>
            <a:ahLst/>
            <a:cxnLst/>
            <a:rect r="r" b="b" t="t" l="l"/>
            <a:pathLst>
              <a:path h="788960" w="3312145">
                <a:moveTo>
                  <a:pt x="0" y="0"/>
                </a:moveTo>
                <a:lnTo>
                  <a:pt x="3312146" y="0"/>
                </a:lnTo>
                <a:lnTo>
                  <a:pt x="3312146" y="788960"/>
                </a:lnTo>
                <a:lnTo>
                  <a:pt x="0" y="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1371600" y="36576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My Awesome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01. Point 1 goes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02. Point 2 goes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03. Point 3 is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04. Point 4 is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73152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05. Point 5 here!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3152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06. Point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DAHCE2H3-Do</dc:identifier>
  <dcterms:modified xsi:type="dcterms:W3CDTF">2011-08-01T06:04:30Z</dcterms:modified>
  <cp:revision>1</cp:revision>
  <dc:title>IamNeo PPT Template</dc:title>
</cp:coreProperties>
</file>