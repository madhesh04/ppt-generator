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738" y="345470"/>
            <a:ext cx="4467797" cy="1324108"/>
          </a:xfrm>
          <a:custGeom>
            <a:avLst/>
            <a:gdLst/>
            <a:ahLst/>
            <a:cxnLst/>
            <a:rect r="r" b="b" t="t" l="l"/>
            <a:pathLst>
              <a:path h="1324108" w="4467797">
                <a:moveTo>
                  <a:pt x="0" y="0"/>
                </a:moveTo>
                <a:lnTo>
                  <a:pt x="4467797" y="0"/>
                </a:lnTo>
                <a:lnTo>
                  <a:pt x="4467797" y="1324108"/>
                </a:lnTo>
                <a:lnTo>
                  <a:pt x="0" y="132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3390742" cy="4880941"/>
          </a:xfrm>
          <a:custGeom>
            <a:avLst/>
            <a:gdLst/>
            <a:ahLst/>
            <a:cxnLst/>
            <a:rect r="r" b="b" t="t" l="l"/>
            <a:pathLst>
              <a:path h="4880941" w="3390742">
                <a:moveTo>
                  <a:pt x="0" y="0"/>
                </a:moveTo>
                <a:lnTo>
                  <a:pt x="3390742" y="0"/>
                </a:lnTo>
                <a:lnTo>
                  <a:pt x="3390742" y="4880941"/>
                </a:lnTo>
                <a:lnTo>
                  <a:pt x="0" y="4880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6023" y="9234991"/>
            <a:ext cx="2983394" cy="705492"/>
          </a:xfrm>
          <a:custGeom>
            <a:avLst/>
            <a:gdLst/>
            <a:ahLst/>
            <a:cxnLst/>
            <a:rect r="r" b="b" t="t" l="l"/>
            <a:pathLst>
              <a:path h="705492" w="2983394">
                <a:moveTo>
                  <a:pt x="0" y="0"/>
                </a:moveTo>
                <a:lnTo>
                  <a:pt x="2983394" y="0"/>
                </a:lnTo>
                <a:lnTo>
                  <a:pt x="2983394" y="705492"/>
                </a:lnTo>
                <a:lnTo>
                  <a:pt x="0" y="70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738" y="9258300"/>
            <a:ext cx="682183" cy="682183"/>
          </a:xfrm>
          <a:custGeom>
            <a:avLst/>
            <a:gdLst/>
            <a:ahLst/>
            <a:cxnLst/>
            <a:rect r="r" b="b" t="t" l="l"/>
            <a:pathLst>
              <a:path h="682183" w="682183">
                <a:moveTo>
                  <a:pt x="0" y="0"/>
                </a:moveTo>
                <a:lnTo>
                  <a:pt x="682183" y="0"/>
                </a:lnTo>
                <a:lnTo>
                  <a:pt x="682183" y="682183"/>
                </a:lnTo>
                <a:lnTo>
                  <a:pt x="0" y="682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371600" y="31089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F172A"/>
                </a:solidFill>
              </a:rPr>
              <a:t>My Real Grid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533D"/>
                </a:solidFill>
              </a:rPr>
              <a:t>AI-Powered Presentation  ·  iamneo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371600" y="36576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1 goes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82880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2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3 is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38912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4 is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9494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5 here!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9494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Point 6 is the last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371600" y="36576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82880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38912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9494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9494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</a:rP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